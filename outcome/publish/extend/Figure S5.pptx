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A9D18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4706F-E4EC-4DBE-B232-1A105624C19F}" v="8" dt="2022-02-26T12:24:45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KG-laptop" userId="4d0fadd8-18c4-409d-a752-ea48dedb7f82" providerId="ADAL" clId="{B0D4706F-E4EC-4DBE-B232-1A105624C19F}"/>
    <pc:docChg chg="undo custSel addSld modSld">
      <pc:chgData name="LKG-laptop" userId="4d0fadd8-18c4-409d-a752-ea48dedb7f82" providerId="ADAL" clId="{B0D4706F-E4EC-4DBE-B232-1A105624C19F}" dt="2022-03-05T03:33:49.545" v="215" actId="2711"/>
      <pc:docMkLst>
        <pc:docMk/>
      </pc:docMkLst>
      <pc:sldChg chg="addSp delSp modSp mod">
        <pc:chgData name="LKG-laptop" userId="4d0fadd8-18c4-409d-a752-ea48dedb7f82" providerId="ADAL" clId="{B0D4706F-E4EC-4DBE-B232-1A105624C19F}" dt="2022-03-05T03:33:49.545" v="215" actId="2711"/>
        <pc:sldMkLst>
          <pc:docMk/>
          <pc:sldMk cId="2190573130" sldId="256"/>
        </pc:sldMkLst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4" creationId="{96A10A3C-12CB-4417-BFE2-3B34FBE74FB9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5" creationId="{204B37E5-522B-46DA-9FCE-82DE29F9C644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6" creationId="{FC6598FC-032C-43C4-BAEE-F9626621DCB8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7" creationId="{CA441688-41B6-4B90-9641-A34CCEFCC87D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8" creationId="{9E784207-4A4A-45EC-890B-C0B2FEB83C24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9" creationId="{8C8D1197-D9DF-42DC-93EB-F1AD005E417E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10" creationId="{C219C00F-4F95-4864-8435-0BE7D98B3E35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11" creationId="{783B5503-EDE2-460A-9407-FD323BDE669D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12" creationId="{F62973D3-1CCA-49E4-954C-B07439A81115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13" creationId="{FA50684D-3B21-4FB6-AA1D-FAF6F9AB80AC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14" creationId="{451E13BB-3C76-45C0-9560-AF2A77382B2F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15" creationId="{2238DDB4-C37E-42E4-B83A-F0B7362A9C81}"/>
          </ac:spMkLst>
        </pc:spChg>
        <pc:spChg chg="add 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32" creationId="{21DCDE19-3024-4226-A961-CB434C7137ED}"/>
          </ac:spMkLst>
        </pc:spChg>
        <pc:spChg chg="add 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33" creationId="{E305D92F-CC92-4602-B1A0-D620837A9016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75" creationId="{F71E3844-1324-441E-AE67-7124820DBB19}"/>
          </ac:spMkLst>
        </pc:spChg>
        <pc:spChg chg="mod">
          <ac:chgData name="LKG-laptop" userId="4d0fadd8-18c4-409d-a752-ea48dedb7f82" providerId="ADAL" clId="{B0D4706F-E4EC-4DBE-B232-1A105624C19F}" dt="2022-03-05T03:33:49.545" v="215" actId="2711"/>
          <ac:spMkLst>
            <pc:docMk/>
            <pc:sldMk cId="2190573130" sldId="256"/>
            <ac:spMk id="76" creationId="{13155EBB-F47A-4A2D-97DB-7CE25E50027C}"/>
          </ac:spMkLst>
        </pc:spChg>
        <pc:grpChg chg="add mod">
          <ac:chgData name="LKG-laptop" userId="4d0fadd8-18c4-409d-a752-ea48dedb7f82" providerId="ADAL" clId="{B0D4706F-E4EC-4DBE-B232-1A105624C19F}" dt="2022-02-24T06:32:24.183" v="68" actId="164"/>
          <ac:grpSpMkLst>
            <pc:docMk/>
            <pc:sldMk cId="2190573130" sldId="256"/>
            <ac:grpSpMk id="2" creationId="{BE1889BA-F8FF-44F5-A2E8-5F6CC7144238}"/>
          </ac:grpSpMkLst>
        </pc:grp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17" creationId="{037705FC-7CCA-4BED-AB1C-8BF8387FEC1F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19" creationId="{CDE6C614-9654-4595-BD97-2ACC2E4E61C7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22" creationId="{40ACD0C7-A68C-4B3C-B692-10F2EEA7194D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25" creationId="{6EBBBA18-570E-4DE3-B924-8317C3DCA520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28" creationId="{09CBB174-EBD2-471A-9239-105BE6D75656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31" creationId="{2B1043EC-6E99-45EE-A2A7-4015D17BC04D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34" creationId="{BFBA2270-460F-4050-8346-E6C453FE0B1E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37" creationId="{C16A119B-ADD7-4CF5-B78E-33B335664F5C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40" creationId="{E10748A1-9B99-4D2D-BABB-406F1F2CF5C0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43" creationId="{7DD0F298-9274-472D-AB36-0CE8AC5A9927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46" creationId="{4C9A0987-8519-45D2-A0E7-856CA03813C0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49" creationId="{60582B49-6837-4B46-8340-16378C54593D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78" creationId="{F478E2E7-F09F-4DD4-8476-A4D3ACD0D69C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80" creationId="{621F66BC-0DCF-4D9F-BA03-06A533306E8E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82" creationId="{6BBE5F00-2B61-4F49-AB93-4A8C931D0A37}"/>
          </ac:cxnSpMkLst>
        </pc:cxnChg>
        <pc:cxnChg chg="mod">
          <ac:chgData name="LKG-laptop" userId="4d0fadd8-18c4-409d-a752-ea48dedb7f82" providerId="ADAL" clId="{B0D4706F-E4EC-4DBE-B232-1A105624C19F}" dt="2022-02-24T06:32:24.183" v="68" actId="164"/>
          <ac:cxnSpMkLst>
            <pc:docMk/>
            <pc:sldMk cId="2190573130" sldId="256"/>
            <ac:cxnSpMk id="84" creationId="{B19EA952-2889-4E5A-B1BB-4CE079D4F463}"/>
          </ac:cxnSpMkLst>
        </pc:cxnChg>
        <pc:cxnChg chg="del">
          <ac:chgData name="LKG-laptop" userId="4d0fadd8-18c4-409d-a752-ea48dedb7f82" providerId="ADAL" clId="{B0D4706F-E4EC-4DBE-B232-1A105624C19F}" dt="2022-02-24T03:36:21.226" v="0" actId="478"/>
          <ac:cxnSpMkLst>
            <pc:docMk/>
            <pc:sldMk cId="2190573130" sldId="256"/>
            <ac:cxnSpMk id="99" creationId="{8762F5CA-89A7-4F70-9B81-079582701D26}"/>
          </ac:cxnSpMkLst>
        </pc:cxnChg>
      </pc:sldChg>
      <pc:sldChg chg="addSp delSp modSp add mod">
        <pc:chgData name="LKG-laptop" userId="4d0fadd8-18c4-409d-a752-ea48dedb7f82" providerId="ADAL" clId="{B0D4706F-E4EC-4DBE-B232-1A105624C19F}" dt="2022-02-26T12:33:02.685" v="214" actId="14100"/>
        <pc:sldMkLst>
          <pc:docMk/>
          <pc:sldMk cId="242338068" sldId="258"/>
        </pc:sldMkLst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4" creationId="{96A10A3C-12CB-4417-BFE2-3B34FBE74FB9}"/>
          </ac:spMkLst>
        </pc:spChg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5" creationId="{204B37E5-522B-46DA-9FCE-82DE29F9C644}"/>
          </ac:spMkLst>
        </pc:spChg>
        <pc:spChg chg="del mod topLvl">
          <ac:chgData name="LKG-laptop" userId="4d0fadd8-18c4-409d-a752-ea48dedb7f82" providerId="ADAL" clId="{B0D4706F-E4EC-4DBE-B232-1A105624C19F}" dt="2022-02-26T12:30:10.474" v="170" actId="478"/>
          <ac:spMkLst>
            <pc:docMk/>
            <pc:sldMk cId="242338068" sldId="258"/>
            <ac:spMk id="6" creationId="{FC6598FC-032C-43C4-BAEE-F9626621DCB8}"/>
          </ac:spMkLst>
        </pc:spChg>
        <pc:spChg chg="mod topLvl">
          <ac:chgData name="LKG-laptop" userId="4d0fadd8-18c4-409d-a752-ea48dedb7f82" providerId="ADAL" clId="{B0D4706F-E4EC-4DBE-B232-1A105624C19F}" dt="2022-02-26T12:30:21.170" v="172" actId="1076"/>
          <ac:spMkLst>
            <pc:docMk/>
            <pc:sldMk cId="242338068" sldId="258"/>
            <ac:spMk id="7" creationId="{CA441688-41B6-4B90-9641-A34CCEFCC87D}"/>
          </ac:spMkLst>
        </pc:spChg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8" creationId="{9E784207-4A4A-45EC-890B-C0B2FEB83C24}"/>
          </ac:spMkLst>
        </pc:spChg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9" creationId="{8C8D1197-D9DF-42DC-93EB-F1AD005E417E}"/>
          </ac:spMkLst>
        </pc:spChg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10" creationId="{C219C00F-4F95-4864-8435-0BE7D98B3E35}"/>
          </ac:spMkLst>
        </pc:spChg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11" creationId="{783B5503-EDE2-460A-9407-FD323BDE669D}"/>
          </ac:spMkLst>
        </pc:spChg>
        <pc:spChg chg="del mod topLvl">
          <ac:chgData name="LKG-laptop" userId="4d0fadd8-18c4-409d-a752-ea48dedb7f82" providerId="ADAL" clId="{B0D4706F-E4EC-4DBE-B232-1A105624C19F}" dt="2022-02-26T12:30:59.692" v="182" actId="478"/>
          <ac:spMkLst>
            <pc:docMk/>
            <pc:sldMk cId="242338068" sldId="258"/>
            <ac:spMk id="12" creationId="{F62973D3-1CCA-49E4-954C-B07439A81115}"/>
          </ac:spMkLst>
        </pc:spChg>
        <pc:spChg chg="mod topLvl">
          <ac:chgData name="LKG-laptop" userId="4d0fadd8-18c4-409d-a752-ea48dedb7f82" providerId="ADAL" clId="{B0D4706F-E4EC-4DBE-B232-1A105624C19F}" dt="2022-02-26T12:31:08.770" v="184" actId="1076"/>
          <ac:spMkLst>
            <pc:docMk/>
            <pc:sldMk cId="242338068" sldId="258"/>
            <ac:spMk id="13" creationId="{FA50684D-3B21-4FB6-AA1D-FAF6F9AB80AC}"/>
          </ac:spMkLst>
        </pc:spChg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14" creationId="{451E13BB-3C76-45C0-9560-AF2A77382B2F}"/>
          </ac:spMkLst>
        </pc:spChg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15" creationId="{2238DDB4-C37E-42E4-B83A-F0B7362A9C81}"/>
          </ac:spMkLst>
        </pc:spChg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32" creationId="{21DCDE19-3024-4226-A961-CB434C7137ED}"/>
          </ac:spMkLst>
        </pc:spChg>
        <pc:spChg chg="mod topLvl">
          <ac:chgData name="LKG-laptop" userId="4d0fadd8-18c4-409d-a752-ea48dedb7f82" providerId="ADAL" clId="{B0D4706F-E4EC-4DBE-B232-1A105624C19F}" dt="2022-02-26T12:21:58.444" v="88" actId="165"/>
          <ac:spMkLst>
            <pc:docMk/>
            <pc:sldMk cId="242338068" sldId="258"/>
            <ac:spMk id="33" creationId="{E305D92F-CC92-4602-B1A0-D620837A9016}"/>
          </ac:spMkLst>
        </pc:spChg>
        <pc:spChg chg="add mod">
          <ac:chgData name="LKG-laptop" userId="4d0fadd8-18c4-409d-a752-ea48dedb7f82" providerId="ADAL" clId="{B0D4706F-E4EC-4DBE-B232-1A105624C19F}" dt="2022-02-26T12:23:36.791" v="108" actId="693"/>
          <ac:spMkLst>
            <pc:docMk/>
            <pc:sldMk cId="242338068" sldId="258"/>
            <ac:spMk id="35" creationId="{96A3B8DC-4EE7-479B-A135-E43C3CAD5778}"/>
          </ac:spMkLst>
        </pc:spChg>
        <pc:spChg chg="add mod">
          <ac:chgData name="LKG-laptop" userId="4d0fadd8-18c4-409d-a752-ea48dedb7f82" providerId="ADAL" clId="{B0D4706F-E4EC-4DBE-B232-1A105624C19F}" dt="2022-02-26T12:23:36.791" v="108" actId="693"/>
          <ac:spMkLst>
            <pc:docMk/>
            <pc:sldMk cId="242338068" sldId="258"/>
            <ac:spMk id="36" creationId="{5FC54D9D-1D4C-4E7A-90D6-2D50AC4503DD}"/>
          </ac:spMkLst>
        </pc:spChg>
        <pc:spChg chg="add del mod">
          <ac:chgData name="LKG-laptop" userId="4d0fadd8-18c4-409d-a752-ea48dedb7f82" providerId="ADAL" clId="{B0D4706F-E4EC-4DBE-B232-1A105624C19F}" dt="2022-02-26T12:31:36.623" v="190" actId="478"/>
          <ac:spMkLst>
            <pc:docMk/>
            <pc:sldMk cId="242338068" sldId="258"/>
            <ac:spMk id="38" creationId="{C3513A89-DB60-4FA6-86CA-269D463FB791}"/>
          </ac:spMkLst>
        </pc:spChg>
        <pc:spChg chg="add mod">
          <ac:chgData name="LKG-laptop" userId="4d0fadd8-18c4-409d-a752-ea48dedb7f82" providerId="ADAL" clId="{B0D4706F-E4EC-4DBE-B232-1A105624C19F}" dt="2022-02-26T12:31:44.179" v="192" actId="1076"/>
          <ac:spMkLst>
            <pc:docMk/>
            <pc:sldMk cId="242338068" sldId="258"/>
            <ac:spMk id="39" creationId="{9A0AEF74-A3D8-4EDD-9191-A78D8BEDA18F}"/>
          </ac:spMkLst>
        </pc:spChg>
        <pc:spChg chg="add mod">
          <ac:chgData name="LKG-laptop" userId="4d0fadd8-18c4-409d-a752-ea48dedb7f82" providerId="ADAL" clId="{B0D4706F-E4EC-4DBE-B232-1A105624C19F}" dt="2022-02-26T12:23:36.791" v="108" actId="693"/>
          <ac:spMkLst>
            <pc:docMk/>
            <pc:sldMk cId="242338068" sldId="258"/>
            <ac:spMk id="41" creationId="{FC2478B8-FA1B-4298-8362-C52BAE12B1C8}"/>
          </ac:spMkLst>
        </pc:spChg>
        <pc:spChg chg="add mod">
          <ac:chgData name="LKG-laptop" userId="4d0fadd8-18c4-409d-a752-ea48dedb7f82" providerId="ADAL" clId="{B0D4706F-E4EC-4DBE-B232-1A105624C19F}" dt="2022-02-26T12:23:36.791" v="108" actId="693"/>
          <ac:spMkLst>
            <pc:docMk/>
            <pc:sldMk cId="242338068" sldId="258"/>
            <ac:spMk id="42" creationId="{1342BFDC-8F1B-43B9-81B6-E2A6202ADCE5}"/>
          </ac:spMkLst>
        </pc:spChg>
        <pc:spChg chg="add mod ord">
          <ac:chgData name="LKG-laptop" userId="4d0fadd8-18c4-409d-a752-ea48dedb7f82" providerId="ADAL" clId="{B0D4706F-E4EC-4DBE-B232-1A105624C19F}" dt="2022-02-26T12:31:59.838" v="196" actId="1076"/>
          <ac:spMkLst>
            <pc:docMk/>
            <pc:sldMk cId="242338068" sldId="258"/>
            <ac:spMk id="52" creationId="{074ADDEA-165B-4503-BD63-B4A5314381D5}"/>
          </ac:spMkLst>
        </pc:spChg>
        <pc:spChg chg="add mod">
          <ac:chgData name="LKG-laptop" userId="4d0fadd8-18c4-409d-a752-ea48dedb7f82" providerId="ADAL" clId="{B0D4706F-E4EC-4DBE-B232-1A105624C19F}" dt="2022-02-26T12:22:42.094" v="103" actId="14100"/>
          <ac:spMkLst>
            <pc:docMk/>
            <pc:sldMk cId="242338068" sldId="258"/>
            <ac:spMk id="54" creationId="{9E6AB423-F11C-4790-85BF-08A2A80C190D}"/>
          </ac:spMkLst>
        </pc:spChg>
        <pc:spChg chg="mod ord topLvl">
          <ac:chgData name="LKG-laptop" userId="4d0fadd8-18c4-409d-a752-ea48dedb7f82" providerId="ADAL" clId="{B0D4706F-E4EC-4DBE-B232-1A105624C19F}" dt="2022-02-26T12:31:28.757" v="188" actId="1076"/>
          <ac:spMkLst>
            <pc:docMk/>
            <pc:sldMk cId="242338068" sldId="258"/>
            <ac:spMk id="75" creationId="{F71E3844-1324-441E-AE67-7124820DBB19}"/>
          </ac:spMkLst>
        </pc:spChg>
        <pc:spChg chg="mod ord topLvl">
          <ac:chgData name="LKG-laptop" userId="4d0fadd8-18c4-409d-a752-ea48dedb7f82" providerId="ADAL" clId="{B0D4706F-E4EC-4DBE-B232-1A105624C19F}" dt="2022-02-26T12:30:38.899" v="177" actId="1076"/>
          <ac:spMkLst>
            <pc:docMk/>
            <pc:sldMk cId="242338068" sldId="258"/>
            <ac:spMk id="76" creationId="{13155EBB-F47A-4A2D-97DB-7CE25E50027C}"/>
          </ac:spMkLst>
        </pc:spChg>
        <pc:grpChg chg="del mod">
          <ac:chgData name="LKG-laptop" userId="4d0fadd8-18c4-409d-a752-ea48dedb7f82" providerId="ADAL" clId="{B0D4706F-E4EC-4DBE-B232-1A105624C19F}" dt="2022-02-26T12:21:58.444" v="88" actId="165"/>
          <ac:grpSpMkLst>
            <pc:docMk/>
            <pc:sldMk cId="242338068" sldId="258"/>
            <ac:grpSpMk id="2" creationId="{BE1889BA-F8FF-44F5-A2E8-5F6CC7144238}"/>
          </ac:grpSpMkLst>
        </pc:grpChg>
        <pc:cxnChg chg="mod topLvl">
          <ac:chgData name="LKG-laptop" userId="4d0fadd8-18c4-409d-a752-ea48dedb7f82" providerId="ADAL" clId="{B0D4706F-E4EC-4DBE-B232-1A105624C19F}" dt="2022-02-26T12:21:58.444" v="88" actId="165"/>
          <ac:cxnSpMkLst>
            <pc:docMk/>
            <pc:sldMk cId="242338068" sldId="258"/>
            <ac:cxnSpMk id="17" creationId="{037705FC-7CCA-4BED-AB1C-8BF8387FEC1F}"/>
          </ac:cxnSpMkLst>
        </pc:cxnChg>
        <pc:cxnChg chg="mod topLvl">
          <ac:chgData name="LKG-laptop" userId="4d0fadd8-18c4-409d-a752-ea48dedb7f82" providerId="ADAL" clId="{B0D4706F-E4EC-4DBE-B232-1A105624C19F}" dt="2022-02-26T12:21:58.444" v="88" actId="165"/>
          <ac:cxnSpMkLst>
            <pc:docMk/>
            <pc:sldMk cId="242338068" sldId="258"/>
            <ac:cxnSpMk id="19" creationId="{CDE6C614-9654-4595-BD97-2ACC2E4E61C7}"/>
          </ac:cxnSpMkLst>
        </pc:cxnChg>
        <pc:cxnChg chg="mod topLvl">
          <ac:chgData name="LKG-laptop" userId="4d0fadd8-18c4-409d-a752-ea48dedb7f82" providerId="ADAL" clId="{B0D4706F-E4EC-4DBE-B232-1A105624C19F}" dt="2022-02-26T12:30:26.041" v="173" actId="14100"/>
          <ac:cxnSpMkLst>
            <pc:docMk/>
            <pc:sldMk cId="242338068" sldId="258"/>
            <ac:cxnSpMk id="22" creationId="{40ACD0C7-A68C-4B3C-B692-10F2EEA7194D}"/>
          </ac:cxnSpMkLst>
        </pc:cxnChg>
        <pc:cxnChg chg="del mod topLvl">
          <ac:chgData name="LKG-laptop" userId="4d0fadd8-18c4-409d-a752-ea48dedb7f82" providerId="ADAL" clId="{B0D4706F-E4EC-4DBE-B232-1A105624C19F}" dt="2022-02-26T12:30:14.056" v="171" actId="478"/>
          <ac:cxnSpMkLst>
            <pc:docMk/>
            <pc:sldMk cId="242338068" sldId="258"/>
            <ac:cxnSpMk id="25" creationId="{6EBBBA18-570E-4DE3-B924-8317C3DCA520}"/>
          </ac:cxnSpMkLst>
        </pc:cxnChg>
        <pc:cxnChg chg="mod topLvl">
          <ac:chgData name="LKG-laptop" userId="4d0fadd8-18c4-409d-a752-ea48dedb7f82" providerId="ADAL" clId="{B0D4706F-E4EC-4DBE-B232-1A105624C19F}" dt="2022-02-26T12:31:15.554" v="185" actId="14100"/>
          <ac:cxnSpMkLst>
            <pc:docMk/>
            <pc:sldMk cId="242338068" sldId="258"/>
            <ac:cxnSpMk id="28" creationId="{09CBB174-EBD2-471A-9239-105BE6D75656}"/>
          </ac:cxnSpMkLst>
        </pc:cxnChg>
        <pc:cxnChg chg="del mod topLvl">
          <ac:chgData name="LKG-laptop" userId="4d0fadd8-18c4-409d-a752-ea48dedb7f82" providerId="ADAL" clId="{B0D4706F-E4EC-4DBE-B232-1A105624C19F}" dt="2022-02-26T12:31:01.652" v="183" actId="478"/>
          <ac:cxnSpMkLst>
            <pc:docMk/>
            <pc:sldMk cId="242338068" sldId="258"/>
            <ac:cxnSpMk id="31" creationId="{2B1043EC-6E99-45EE-A2A7-4015D17BC04D}"/>
          </ac:cxnSpMkLst>
        </pc:cxnChg>
        <pc:cxnChg chg="mod topLvl">
          <ac:chgData name="LKG-laptop" userId="4d0fadd8-18c4-409d-a752-ea48dedb7f82" providerId="ADAL" clId="{B0D4706F-E4EC-4DBE-B232-1A105624C19F}" dt="2022-02-26T12:21:58.444" v="88" actId="165"/>
          <ac:cxnSpMkLst>
            <pc:docMk/>
            <pc:sldMk cId="242338068" sldId="258"/>
            <ac:cxnSpMk id="34" creationId="{BFBA2270-460F-4050-8346-E6C453FE0B1E}"/>
          </ac:cxnSpMkLst>
        </pc:cxnChg>
        <pc:cxnChg chg="mod topLvl">
          <ac:chgData name="LKG-laptop" userId="4d0fadd8-18c4-409d-a752-ea48dedb7f82" providerId="ADAL" clId="{B0D4706F-E4EC-4DBE-B232-1A105624C19F}" dt="2022-02-26T12:21:58.444" v="88" actId="165"/>
          <ac:cxnSpMkLst>
            <pc:docMk/>
            <pc:sldMk cId="242338068" sldId="258"/>
            <ac:cxnSpMk id="37" creationId="{C16A119B-ADD7-4CF5-B78E-33B335664F5C}"/>
          </ac:cxnSpMkLst>
        </pc:cxnChg>
        <pc:cxnChg chg="mod topLvl">
          <ac:chgData name="LKG-laptop" userId="4d0fadd8-18c4-409d-a752-ea48dedb7f82" providerId="ADAL" clId="{B0D4706F-E4EC-4DBE-B232-1A105624C19F}" dt="2022-02-26T12:21:58.444" v="88" actId="165"/>
          <ac:cxnSpMkLst>
            <pc:docMk/>
            <pc:sldMk cId="242338068" sldId="258"/>
            <ac:cxnSpMk id="40" creationId="{E10748A1-9B99-4D2D-BABB-406F1F2CF5C0}"/>
          </ac:cxnSpMkLst>
        </pc:cxnChg>
        <pc:cxnChg chg="mod topLvl">
          <ac:chgData name="LKG-laptop" userId="4d0fadd8-18c4-409d-a752-ea48dedb7f82" providerId="ADAL" clId="{B0D4706F-E4EC-4DBE-B232-1A105624C19F}" dt="2022-02-26T12:21:58.444" v="88" actId="165"/>
          <ac:cxnSpMkLst>
            <pc:docMk/>
            <pc:sldMk cId="242338068" sldId="258"/>
            <ac:cxnSpMk id="43" creationId="{7DD0F298-9274-472D-AB36-0CE8AC5A9927}"/>
          </ac:cxnSpMkLst>
        </pc:cxnChg>
        <pc:cxnChg chg="add mod">
          <ac:chgData name="LKG-laptop" userId="4d0fadd8-18c4-409d-a752-ea48dedb7f82" providerId="ADAL" clId="{B0D4706F-E4EC-4DBE-B232-1A105624C19F}" dt="2022-02-26T12:22:28.694" v="90" actId="1076"/>
          <ac:cxnSpMkLst>
            <pc:docMk/>
            <pc:sldMk cId="242338068" sldId="258"/>
            <ac:cxnSpMk id="44" creationId="{21ED628D-15CF-40EB-A2AE-ECB95F1E46BA}"/>
          </ac:cxnSpMkLst>
        </pc:cxnChg>
        <pc:cxnChg chg="add mod">
          <ac:chgData name="LKG-laptop" userId="4d0fadd8-18c4-409d-a752-ea48dedb7f82" providerId="ADAL" clId="{B0D4706F-E4EC-4DBE-B232-1A105624C19F}" dt="2022-02-26T12:31:47.502" v="193" actId="14100"/>
          <ac:cxnSpMkLst>
            <pc:docMk/>
            <pc:sldMk cId="242338068" sldId="258"/>
            <ac:cxnSpMk id="45" creationId="{F7EB5336-3336-4284-93E2-DA586827648E}"/>
          </ac:cxnSpMkLst>
        </pc:cxnChg>
        <pc:cxnChg chg="mod topLvl">
          <ac:chgData name="LKG-laptop" userId="4d0fadd8-18c4-409d-a752-ea48dedb7f82" providerId="ADAL" clId="{B0D4706F-E4EC-4DBE-B232-1A105624C19F}" dt="2022-02-26T12:31:08.770" v="184" actId="1076"/>
          <ac:cxnSpMkLst>
            <pc:docMk/>
            <pc:sldMk cId="242338068" sldId="258"/>
            <ac:cxnSpMk id="46" creationId="{4C9A0987-8519-45D2-A0E7-856CA03813C0}"/>
          </ac:cxnSpMkLst>
        </pc:cxnChg>
        <pc:cxnChg chg="add del mod">
          <ac:chgData name="LKG-laptop" userId="4d0fadd8-18c4-409d-a752-ea48dedb7f82" providerId="ADAL" clId="{B0D4706F-E4EC-4DBE-B232-1A105624C19F}" dt="2022-02-26T12:31:39.052" v="191" actId="478"/>
          <ac:cxnSpMkLst>
            <pc:docMk/>
            <pc:sldMk cId="242338068" sldId="258"/>
            <ac:cxnSpMk id="47" creationId="{FED42B14-118B-4382-BC23-6E33B535D27C}"/>
          </ac:cxnSpMkLst>
        </pc:cxnChg>
        <pc:cxnChg chg="add mod">
          <ac:chgData name="LKG-laptop" userId="4d0fadd8-18c4-409d-a752-ea48dedb7f82" providerId="ADAL" clId="{B0D4706F-E4EC-4DBE-B232-1A105624C19F}" dt="2022-02-26T12:22:28.694" v="90" actId="1076"/>
          <ac:cxnSpMkLst>
            <pc:docMk/>
            <pc:sldMk cId="242338068" sldId="258"/>
            <ac:cxnSpMk id="48" creationId="{53BD27A4-47FB-46E5-9C2C-3BFB1CF75632}"/>
          </ac:cxnSpMkLst>
        </pc:cxnChg>
        <pc:cxnChg chg="mod topLvl">
          <ac:chgData name="LKG-laptop" userId="4d0fadd8-18c4-409d-a752-ea48dedb7f82" providerId="ADAL" clId="{B0D4706F-E4EC-4DBE-B232-1A105624C19F}" dt="2022-02-26T12:30:21.170" v="172" actId="1076"/>
          <ac:cxnSpMkLst>
            <pc:docMk/>
            <pc:sldMk cId="242338068" sldId="258"/>
            <ac:cxnSpMk id="49" creationId="{60582B49-6837-4B46-8340-16378C54593D}"/>
          </ac:cxnSpMkLst>
        </pc:cxnChg>
        <pc:cxnChg chg="add mod">
          <ac:chgData name="LKG-laptop" userId="4d0fadd8-18c4-409d-a752-ea48dedb7f82" providerId="ADAL" clId="{B0D4706F-E4EC-4DBE-B232-1A105624C19F}" dt="2022-02-26T12:22:28.694" v="90" actId="1076"/>
          <ac:cxnSpMkLst>
            <pc:docMk/>
            <pc:sldMk cId="242338068" sldId="258"/>
            <ac:cxnSpMk id="50" creationId="{F47BAA51-04C6-4032-AD82-C06DA7B4D46F}"/>
          </ac:cxnSpMkLst>
        </pc:cxnChg>
        <pc:cxnChg chg="add mod">
          <ac:chgData name="LKG-laptop" userId="4d0fadd8-18c4-409d-a752-ea48dedb7f82" providerId="ADAL" clId="{B0D4706F-E4EC-4DBE-B232-1A105624C19F}" dt="2022-02-26T12:31:44.179" v="192" actId="1076"/>
          <ac:cxnSpMkLst>
            <pc:docMk/>
            <pc:sldMk cId="242338068" sldId="258"/>
            <ac:cxnSpMk id="51" creationId="{0C797701-4832-4152-84A1-B5A36345609E}"/>
          </ac:cxnSpMkLst>
        </pc:cxnChg>
        <pc:cxnChg chg="add mod">
          <ac:chgData name="LKG-laptop" userId="4d0fadd8-18c4-409d-a752-ea48dedb7f82" providerId="ADAL" clId="{B0D4706F-E4EC-4DBE-B232-1A105624C19F}" dt="2022-02-26T12:32:50.478" v="209" actId="14100"/>
          <ac:cxnSpMkLst>
            <pc:docMk/>
            <pc:sldMk cId="242338068" sldId="258"/>
            <ac:cxnSpMk id="53" creationId="{73BB2CF1-4A48-442C-B4D7-C6D02E150820}"/>
          </ac:cxnSpMkLst>
        </pc:cxnChg>
        <pc:cxnChg chg="add mod">
          <ac:chgData name="LKG-laptop" userId="4d0fadd8-18c4-409d-a752-ea48dedb7f82" providerId="ADAL" clId="{B0D4706F-E4EC-4DBE-B232-1A105624C19F}" dt="2022-02-26T12:32:55.027" v="211" actId="14100"/>
          <ac:cxnSpMkLst>
            <pc:docMk/>
            <pc:sldMk cId="242338068" sldId="258"/>
            <ac:cxnSpMk id="55" creationId="{7E975207-AF95-4BEA-8A02-E70BBA90FC75}"/>
          </ac:cxnSpMkLst>
        </pc:cxnChg>
        <pc:cxnChg chg="add mod">
          <ac:chgData name="LKG-laptop" userId="4d0fadd8-18c4-409d-a752-ea48dedb7f82" providerId="ADAL" clId="{B0D4706F-E4EC-4DBE-B232-1A105624C19F}" dt="2022-02-26T12:32:41.888" v="207" actId="14100"/>
          <ac:cxnSpMkLst>
            <pc:docMk/>
            <pc:sldMk cId="242338068" sldId="258"/>
            <ac:cxnSpMk id="57" creationId="{03DEE8DB-D213-4843-B7E7-5FDC5E409AC6}"/>
          </ac:cxnSpMkLst>
        </pc:cxnChg>
        <pc:cxnChg chg="add mod">
          <ac:chgData name="LKG-laptop" userId="4d0fadd8-18c4-409d-a752-ea48dedb7f82" providerId="ADAL" clId="{B0D4706F-E4EC-4DBE-B232-1A105624C19F}" dt="2022-02-26T12:32:57.870" v="212" actId="14100"/>
          <ac:cxnSpMkLst>
            <pc:docMk/>
            <pc:sldMk cId="242338068" sldId="258"/>
            <ac:cxnSpMk id="60" creationId="{C77038B2-E643-4773-AB7D-B140AE80A57D}"/>
          </ac:cxnSpMkLst>
        </pc:cxnChg>
        <pc:cxnChg chg="add mod">
          <ac:chgData name="LKG-laptop" userId="4d0fadd8-18c4-409d-a752-ea48dedb7f82" providerId="ADAL" clId="{B0D4706F-E4EC-4DBE-B232-1A105624C19F}" dt="2022-02-26T12:32:52.880" v="210" actId="14100"/>
          <ac:cxnSpMkLst>
            <pc:docMk/>
            <pc:sldMk cId="242338068" sldId="258"/>
            <ac:cxnSpMk id="63" creationId="{F04C0AF3-13F9-4E11-8BF3-7110DE0989AB}"/>
          </ac:cxnSpMkLst>
        </pc:cxnChg>
        <pc:cxnChg chg="mod topLvl">
          <ac:chgData name="LKG-laptop" userId="4d0fadd8-18c4-409d-a752-ea48dedb7f82" providerId="ADAL" clId="{B0D4706F-E4EC-4DBE-B232-1A105624C19F}" dt="2022-02-26T12:32:36.212" v="205" actId="14100"/>
          <ac:cxnSpMkLst>
            <pc:docMk/>
            <pc:sldMk cId="242338068" sldId="258"/>
            <ac:cxnSpMk id="78" creationId="{F478E2E7-F09F-4DD4-8476-A4D3ACD0D69C}"/>
          </ac:cxnSpMkLst>
        </pc:cxnChg>
        <pc:cxnChg chg="mod topLvl">
          <ac:chgData name="LKG-laptop" userId="4d0fadd8-18c4-409d-a752-ea48dedb7f82" providerId="ADAL" clId="{B0D4706F-E4EC-4DBE-B232-1A105624C19F}" dt="2022-02-26T12:33:02.685" v="214" actId="14100"/>
          <ac:cxnSpMkLst>
            <pc:docMk/>
            <pc:sldMk cId="242338068" sldId="258"/>
            <ac:cxnSpMk id="80" creationId="{621F66BC-0DCF-4D9F-BA03-06A533306E8E}"/>
          </ac:cxnSpMkLst>
        </pc:cxnChg>
        <pc:cxnChg chg="mod topLvl">
          <ac:chgData name="LKG-laptop" userId="4d0fadd8-18c4-409d-a752-ea48dedb7f82" providerId="ADAL" clId="{B0D4706F-E4EC-4DBE-B232-1A105624C19F}" dt="2022-02-26T12:32:22.265" v="201" actId="14100"/>
          <ac:cxnSpMkLst>
            <pc:docMk/>
            <pc:sldMk cId="242338068" sldId="258"/>
            <ac:cxnSpMk id="82" creationId="{6BBE5F00-2B61-4F49-AB93-4A8C931D0A37}"/>
          </ac:cxnSpMkLst>
        </pc:cxnChg>
        <pc:cxnChg chg="mod topLvl">
          <ac:chgData name="LKG-laptop" userId="4d0fadd8-18c4-409d-a752-ea48dedb7f82" providerId="ADAL" clId="{B0D4706F-E4EC-4DBE-B232-1A105624C19F}" dt="2022-02-26T12:33:00.411" v="213" actId="14100"/>
          <ac:cxnSpMkLst>
            <pc:docMk/>
            <pc:sldMk cId="242338068" sldId="258"/>
            <ac:cxnSpMk id="84" creationId="{B19EA952-2889-4E5A-B1BB-4CE079D4F46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56D8D-977F-4E65-AAA4-27B2D7E2B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35FA82-79C2-4B77-A876-097A976A3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24925-BD7F-4A3A-8017-5CA690D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A5E01-E768-4F39-A104-AC4604EB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21C148-E05A-44AE-974F-5DB8E8A7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20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94E61-64B0-4778-9801-5447A48B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4E7B0-7C5B-4B23-9D8E-9EBB43197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4DAC1-CB41-40F2-9D11-9AE855759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C1171D-448C-4515-B541-8D6B6373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2E721-1F5D-4377-BE2D-204A47C5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51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B6E7E-4E65-4CBB-AB9F-9FA844A2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DC6841-4165-49C7-A48D-C8FFB14E0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FC5632-58F4-466E-8068-093E1B14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D7BAB-8453-4F13-BA1C-35CF75E8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6B1172-70DB-4387-85E5-A7881CA9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03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B414E-7FF2-43CD-8B86-595E0554A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057EC-B452-49AC-9CA3-B40AC8F80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E2CE0E-8292-448C-992C-003B9DCDF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23F3D-E797-47A7-975C-B10FF93A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D4E2BE-E5FA-454B-9257-32CD9382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7E2CB8-3F93-4B2D-B3BB-9C9DA410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378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15E06-8DAB-4631-94A6-AA9EB32AA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F0F6B-41F1-49F3-A66C-5560BCEB6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3A53E9-790F-4843-A5AB-D98F100D0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ACD844-1156-4EAC-909E-B14216265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1EF465-163B-4217-BA61-6D73554A5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46ED1A-2BD2-401C-9AB3-2E9478C81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8D5CCE-463D-43EE-BD6B-354A0321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2E1D93-41B0-4CED-9D2E-6EDF343A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3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E3A49-6DF5-4A94-89C4-3E3310604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8171B1-AC2F-4194-8223-B7A1EC1F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9B2CFE-19FD-48F9-9DE2-79ACE390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F81380-D147-4C2E-AA29-4071DC87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93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F7F222-80F0-4EF2-8B60-5F8FCD3B6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88F424-D885-42AF-B527-46BAE46F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187A5-31F6-4216-9305-87179F81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31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74F89-D627-4AFB-B916-2D065171E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FF74DB-B889-407C-B007-1B3313108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0C36D4-19E4-45DD-BA8A-53AF79D63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2E2540-730B-487B-97E5-4D514D70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0CF4FA-E26A-4D9E-99B9-EDDF2709D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B42FEF-7848-4D56-AAF1-D58984DD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809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483F5-265A-4FC0-BF77-2B835056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DE20C2-BA73-4BBD-B58F-8A2E1C0EF5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B241D-A113-42E4-850B-639C598E7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227DF9-C08E-4FFA-88D5-055B2038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65030B-35F5-414E-9918-C7D12922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74838-B519-4778-B198-57F131BC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02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E122C-57AC-40EF-BF7D-C6C77D23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D9EE6D-10D0-4112-81BE-0B33C379F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C46E6E-1ECE-47C7-AFF5-62B16D5F2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83990-F0EE-4917-9BE6-157C43A9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30EB6D-AAA5-4865-842B-641F3699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0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305AB5-A104-4FF3-B69C-5C988F8C4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93BF68-C98D-432C-AE40-3B3A4E97B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ACB6C-F378-43D4-9759-89DD4FF4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053A4-E694-4960-947C-7A60345A1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733920-C927-4E50-8E73-E45ED880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30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A5A4C6-FB6C-449E-94CB-4295BBC15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DF3E6A-91C3-4BBA-8B3B-D50948915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48F40-38A3-4C01-A0F3-35A0E67FA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5D7F3-BB18-40EE-A0BF-EA156B9E93BC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3E9F7-3FD8-4287-AFD7-22E1394DB3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189CC4-424C-4D1D-AB0D-82BE4782F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2B528-F206-4E5F-A59F-738731DAE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37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E1889BA-F8FF-44F5-A2E8-5F6CC7144238}"/>
              </a:ext>
            </a:extLst>
          </p:cNvPr>
          <p:cNvGrpSpPr/>
          <p:nvPr/>
        </p:nvGrpSpPr>
        <p:grpSpPr>
          <a:xfrm>
            <a:off x="2235367" y="836226"/>
            <a:ext cx="6343551" cy="4723650"/>
            <a:chOff x="2235367" y="836226"/>
            <a:chExt cx="6343551" cy="472365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96A10A3C-12CB-4417-BFE2-3B34FBE74FB9}"/>
                </a:ext>
              </a:extLst>
            </p:cNvPr>
            <p:cNvSpPr/>
            <p:nvPr/>
          </p:nvSpPr>
          <p:spPr>
            <a:xfrm>
              <a:off x="2884716" y="2097417"/>
              <a:ext cx="517712" cy="517712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rgbClr val="00B050"/>
                  </a:solidFill>
                  <a:latin typeface="Helvetica" pitchFamily="2" charset="0"/>
                  <a:cs typeface="Times New Roman" panose="02020603050405020304" pitchFamily="18" charset="0"/>
                </a:rPr>
                <a:t>S</a:t>
              </a:r>
              <a:endParaRPr lang="zh-CN" altLang="en-US" sz="1801" b="1" dirty="0">
                <a:solidFill>
                  <a:srgbClr val="00B05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04B37E5-522B-46DA-9FCE-82DE29F9C644}"/>
                </a:ext>
              </a:extLst>
            </p:cNvPr>
            <p:cNvSpPr/>
            <p:nvPr/>
          </p:nvSpPr>
          <p:spPr>
            <a:xfrm>
              <a:off x="4328706" y="2097417"/>
              <a:ext cx="517712" cy="517712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rgbClr val="FFC000"/>
                  </a:solidFill>
                  <a:latin typeface="Helvetica" pitchFamily="2" charset="0"/>
                  <a:cs typeface="Times New Roman" panose="02020603050405020304" pitchFamily="18" charset="0"/>
                </a:rPr>
                <a:t>E</a:t>
              </a:r>
              <a:endParaRPr lang="zh-CN" altLang="en-US" sz="1801" b="1" dirty="0">
                <a:solidFill>
                  <a:srgbClr val="FFC00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C6598FC-032C-43C4-BAEE-F9626621DCB8}"/>
                </a:ext>
              </a:extLst>
            </p:cNvPr>
            <p:cNvSpPr/>
            <p:nvPr/>
          </p:nvSpPr>
          <p:spPr>
            <a:xfrm>
              <a:off x="5772696" y="2097417"/>
              <a:ext cx="517712" cy="51771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rgbClr val="FF0000"/>
                  </a:solidFill>
                  <a:latin typeface="Helvetica" pitchFamily="2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801" b="1" baseline="-25000" dirty="0">
                  <a:solidFill>
                    <a:srgbClr val="FF0000"/>
                  </a:solidFill>
                  <a:latin typeface="Helvetica" pitchFamily="2" charset="0"/>
                  <a:cs typeface="Times New Roman" panose="02020603050405020304" pitchFamily="18" charset="0"/>
                </a:rPr>
                <a:t>p</a:t>
              </a:r>
              <a:endParaRPr lang="zh-CN" altLang="en-US" sz="1801" b="1" baseline="-25000" dirty="0">
                <a:solidFill>
                  <a:srgbClr val="FF000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A441688-41B6-4B90-9641-A34CCEFCC87D}"/>
                </a:ext>
              </a:extLst>
            </p:cNvPr>
            <p:cNvSpPr/>
            <p:nvPr/>
          </p:nvSpPr>
          <p:spPr>
            <a:xfrm>
              <a:off x="7216686" y="2097417"/>
              <a:ext cx="517712" cy="5177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rgbClr val="C00000"/>
                  </a:solidFill>
                  <a:latin typeface="Helvetica" pitchFamily="2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801" b="1" baseline="-25000" dirty="0">
                  <a:solidFill>
                    <a:srgbClr val="C00000"/>
                  </a:solidFill>
                  <a:latin typeface="Helvetica" pitchFamily="2" charset="0"/>
                  <a:cs typeface="Times New Roman" panose="02020603050405020304" pitchFamily="18" charset="0"/>
                </a:rPr>
                <a:t>s</a:t>
              </a:r>
              <a:endParaRPr lang="zh-CN" altLang="en-US" sz="1801" b="1" baseline="-25000" dirty="0">
                <a:solidFill>
                  <a:srgbClr val="C0000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E784207-4A4A-45EC-890B-C0B2FEB83C24}"/>
                </a:ext>
              </a:extLst>
            </p:cNvPr>
            <p:cNvSpPr/>
            <p:nvPr/>
          </p:nvSpPr>
          <p:spPr>
            <a:xfrm>
              <a:off x="6494691" y="920126"/>
              <a:ext cx="517712" cy="517712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rgbClr val="00B0F0"/>
                  </a:solidFill>
                  <a:latin typeface="Helvetica" pitchFamily="2" charset="0"/>
                  <a:cs typeface="Times New Roman" panose="02020603050405020304" pitchFamily="18" charset="0"/>
                </a:rPr>
                <a:t>A</a:t>
              </a:r>
              <a:endParaRPr lang="zh-CN" altLang="en-US" sz="1801" b="1" baseline="-25000" dirty="0">
                <a:solidFill>
                  <a:srgbClr val="00B0F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C8D1197-D9DF-42DC-93EB-F1AD005E417E}"/>
                </a:ext>
              </a:extLst>
            </p:cNvPr>
            <p:cNvSpPr/>
            <p:nvPr/>
          </p:nvSpPr>
          <p:spPr>
            <a:xfrm>
              <a:off x="8061206" y="920126"/>
              <a:ext cx="517712" cy="517712"/>
            </a:xfrm>
            <a:prstGeom prst="ellips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chemeClr val="accent6">
                      <a:lumMod val="50000"/>
                    </a:schemeClr>
                  </a:solidFill>
                  <a:latin typeface="Helvetica" pitchFamily="2" charset="0"/>
                  <a:cs typeface="Times New Roman" panose="02020603050405020304" pitchFamily="18" charset="0"/>
                </a:rPr>
                <a:t>R</a:t>
              </a:r>
              <a:endParaRPr lang="zh-CN" altLang="en-US" sz="1801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219C00F-4F95-4864-8435-0BE7D98B3E35}"/>
                </a:ext>
              </a:extLst>
            </p:cNvPr>
            <p:cNvSpPr/>
            <p:nvPr/>
          </p:nvSpPr>
          <p:spPr>
            <a:xfrm>
              <a:off x="2884716" y="3841635"/>
              <a:ext cx="517712" cy="517712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rgbClr val="00B050"/>
                  </a:solidFill>
                  <a:latin typeface="Helvetica" pitchFamily="2" charset="0"/>
                  <a:cs typeface="Times New Roman" panose="02020603050405020304" pitchFamily="18" charset="0"/>
                </a:rPr>
                <a:t>S</a:t>
              </a:r>
              <a:endParaRPr lang="zh-CN" altLang="en-US" sz="1801" b="1" dirty="0">
                <a:solidFill>
                  <a:srgbClr val="00B05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83B5503-EDE2-460A-9407-FD323BDE669D}"/>
                </a:ext>
              </a:extLst>
            </p:cNvPr>
            <p:cNvSpPr/>
            <p:nvPr/>
          </p:nvSpPr>
          <p:spPr>
            <a:xfrm>
              <a:off x="4328706" y="3841635"/>
              <a:ext cx="517712" cy="517712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rgbClr val="FFC000"/>
                  </a:solidFill>
                  <a:latin typeface="Helvetica" pitchFamily="2" charset="0"/>
                  <a:cs typeface="Times New Roman" panose="02020603050405020304" pitchFamily="18" charset="0"/>
                </a:rPr>
                <a:t>E</a:t>
              </a:r>
              <a:endParaRPr lang="zh-CN" altLang="en-US" sz="1801" b="1" dirty="0">
                <a:solidFill>
                  <a:srgbClr val="FFC00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62973D3-1CCA-49E4-954C-B07439A81115}"/>
                </a:ext>
              </a:extLst>
            </p:cNvPr>
            <p:cNvSpPr/>
            <p:nvPr/>
          </p:nvSpPr>
          <p:spPr>
            <a:xfrm>
              <a:off x="5772696" y="3841635"/>
              <a:ext cx="517712" cy="51771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rgbClr val="FF0000"/>
                  </a:solidFill>
                  <a:latin typeface="Helvetica" pitchFamily="2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801" b="1" baseline="-25000" dirty="0">
                  <a:solidFill>
                    <a:srgbClr val="FF0000"/>
                  </a:solidFill>
                  <a:latin typeface="Helvetica" pitchFamily="2" charset="0"/>
                  <a:cs typeface="Times New Roman" panose="02020603050405020304" pitchFamily="18" charset="0"/>
                </a:rPr>
                <a:t>p</a:t>
              </a:r>
              <a:endParaRPr lang="zh-CN" altLang="en-US" sz="1801" b="1" baseline="-25000" dirty="0">
                <a:solidFill>
                  <a:srgbClr val="FF000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A50684D-3B21-4FB6-AA1D-FAF6F9AB80AC}"/>
                </a:ext>
              </a:extLst>
            </p:cNvPr>
            <p:cNvSpPr/>
            <p:nvPr/>
          </p:nvSpPr>
          <p:spPr>
            <a:xfrm>
              <a:off x="7216686" y="3841635"/>
              <a:ext cx="517712" cy="51771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rgbClr val="C00000"/>
                  </a:solidFill>
                  <a:latin typeface="Helvetica" pitchFamily="2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801" b="1" baseline="-25000" dirty="0">
                  <a:solidFill>
                    <a:srgbClr val="C00000"/>
                  </a:solidFill>
                  <a:latin typeface="Helvetica" pitchFamily="2" charset="0"/>
                  <a:cs typeface="Times New Roman" panose="02020603050405020304" pitchFamily="18" charset="0"/>
                </a:rPr>
                <a:t>s</a:t>
              </a:r>
              <a:endParaRPr lang="zh-CN" altLang="en-US" sz="1801" b="1" baseline="-25000" dirty="0">
                <a:solidFill>
                  <a:srgbClr val="C0000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51E13BB-3C76-45C0-9560-AF2A77382B2F}"/>
                </a:ext>
              </a:extLst>
            </p:cNvPr>
            <p:cNvSpPr/>
            <p:nvPr/>
          </p:nvSpPr>
          <p:spPr>
            <a:xfrm>
              <a:off x="6494691" y="5018925"/>
              <a:ext cx="517712" cy="517712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>
                  <a:solidFill>
                    <a:srgbClr val="00B0F0"/>
                  </a:solidFill>
                  <a:latin typeface="Helvetica" pitchFamily="2" charset="0"/>
                  <a:cs typeface="Times New Roman" panose="02020603050405020304" pitchFamily="18" charset="0"/>
                </a:rPr>
                <a:t>A</a:t>
              </a:r>
              <a:endParaRPr lang="zh-CN" altLang="en-US" sz="1801" b="1" baseline="-25000" dirty="0">
                <a:solidFill>
                  <a:srgbClr val="00B0F0"/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238DDB4-C37E-42E4-B83A-F0B7362A9C81}"/>
                </a:ext>
              </a:extLst>
            </p:cNvPr>
            <p:cNvSpPr/>
            <p:nvPr/>
          </p:nvSpPr>
          <p:spPr>
            <a:xfrm>
              <a:off x="8061206" y="5018925"/>
              <a:ext cx="517712" cy="517712"/>
            </a:xfrm>
            <a:prstGeom prst="ellips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1" b="1" dirty="0">
                  <a:solidFill>
                    <a:schemeClr val="accent6">
                      <a:lumMod val="50000"/>
                    </a:schemeClr>
                  </a:solidFill>
                  <a:latin typeface="Helvetica" pitchFamily="2" charset="0"/>
                  <a:cs typeface="Times New Roman" panose="02020603050405020304" pitchFamily="18" charset="0"/>
                </a:rPr>
                <a:t>R</a:t>
              </a:r>
              <a:endParaRPr lang="zh-CN" altLang="en-US" sz="1801" b="1" dirty="0">
                <a:solidFill>
                  <a:schemeClr val="accent6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37705FC-7CCA-4BED-AB1C-8BF8387FEC1F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3402428" y="2356272"/>
              <a:ext cx="92627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DE6C614-9654-4595-BD97-2ACC2E4E61C7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>
              <a:off x="3402428" y="4100490"/>
              <a:ext cx="92627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0ACD0C7-A68C-4B3C-B692-10F2EEA7194D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4846418" y="2356272"/>
              <a:ext cx="92627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EBBBA18-570E-4DE3-B924-8317C3DCA520}"/>
                </a:ext>
              </a:extLst>
            </p:cNvPr>
            <p:cNvCxnSpPr>
              <a:cxnSpLocks/>
              <a:stCxn id="6" idx="6"/>
              <a:endCxn id="7" idx="2"/>
            </p:cNvCxnSpPr>
            <p:nvPr/>
          </p:nvCxnSpPr>
          <p:spPr>
            <a:xfrm>
              <a:off x="6290408" y="2356272"/>
              <a:ext cx="92627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9CBB174-EBD2-471A-9239-105BE6D75656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>
              <a:off x="4846418" y="4100490"/>
              <a:ext cx="92627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B1043EC-6E99-45EE-A2A7-4015D17BC04D}"/>
                </a:ext>
              </a:extLst>
            </p:cNvPr>
            <p:cNvCxnSpPr>
              <a:cxnSpLocks/>
              <a:stCxn id="12" idx="6"/>
              <a:endCxn id="13" idx="2"/>
            </p:cNvCxnSpPr>
            <p:nvPr/>
          </p:nvCxnSpPr>
          <p:spPr>
            <a:xfrm>
              <a:off x="6290408" y="4100490"/>
              <a:ext cx="92627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BFBA2270-460F-4050-8346-E6C453FE0B1E}"/>
                </a:ext>
              </a:extLst>
            </p:cNvPr>
            <p:cNvCxnSpPr>
              <a:cxnSpLocks/>
              <a:stCxn id="5" idx="0"/>
              <a:endCxn id="8" idx="2"/>
            </p:cNvCxnSpPr>
            <p:nvPr/>
          </p:nvCxnSpPr>
          <p:spPr>
            <a:xfrm flipV="1">
              <a:off x="4587562" y="1178982"/>
              <a:ext cx="1907129" cy="91843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C16A119B-ADD7-4CF5-B78E-33B335664F5C}"/>
                </a:ext>
              </a:extLst>
            </p:cNvPr>
            <p:cNvCxnSpPr>
              <a:cxnSpLocks/>
              <a:stCxn id="11" idx="4"/>
              <a:endCxn id="14" idx="2"/>
            </p:cNvCxnSpPr>
            <p:nvPr/>
          </p:nvCxnSpPr>
          <p:spPr>
            <a:xfrm>
              <a:off x="4587562" y="4359345"/>
              <a:ext cx="1907129" cy="91843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E10748A1-9B99-4D2D-BABB-406F1F2CF5C0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>
              <a:off x="7012403" y="1178982"/>
              <a:ext cx="104880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7DD0F298-9274-472D-AB36-0CE8AC5A9927}"/>
                </a:ext>
              </a:extLst>
            </p:cNvPr>
            <p:cNvCxnSpPr>
              <a:cxnSpLocks/>
              <a:stCxn id="14" idx="6"/>
              <a:endCxn id="15" idx="2"/>
            </p:cNvCxnSpPr>
            <p:nvPr/>
          </p:nvCxnSpPr>
          <p:spPr>
            <a:xfrm>
              <a:off x="7012403" y="5277780"/>
              <a:ext cx="104880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4C9A0987-8519-45D2-A0E7-856CA03813C0}"/>
                </a:ext>
              </a:extLst>
            </p:cNvPr>
            <p:cNvCxnSpPr>
              <a:cxnSpLocks/>
              <a:stCxn id="13" idx="5"/>
              <a:endCxn id="15" idx="0"/>
            </p:cNvCxnSpPr>
            <p:nvPr/>
          </p:nvCxnSpPr>
          <p:spPr>
            <a:xfrm>
              <a:off x="7658581" y="4283530"/>
              <a:ext cx="661481" cy="73539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60582B49-6837-4B46-8340-16378C54593D}"/>
                </a:ext>
              </a:extLst>
            </p:cNvPr>
            <p:cNvCxnSpPr>
              <a:cxnSpLocks/>
              <a:stCxn id="7" idx="7"/>
              <a:endCxn id="9" idx="4"/>
            </p:cNvCxnSpPr>
            <p:nvPr/>
          </p:nvCxnSpPr>
          <p:spPr>
            <a:xfrm flipV="1">
              <a:off x="7658581" y="1437839"/>
              <a:ext cx="661481" cy="73539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F71E3844-1324-441E-AE67-7124820DBB19}"/>
                </a:ext>
              </a:extLst>
            </p:cNvPr>
            <p:cNvSpPr/>
            <p:nvPr/>
          </p:nvSpPr>
          <p:spPr>
            <a:xfrm>
              <a:off x="5666050" y="3365888"/>
              <a:ext cx="2193988" cy="2193988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>
                <a:latin typeface="Helvetica" pitchFamily="2" charset="0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13155EBB-F47A-4A2D-97DB-7CE25E50027C}"/>
                </a:ext>
              </a:extLst>
            </p:cNvPr>
            <p:cNvSpPr/>
            <p:nvPr/>
          </p:nvSpPr>
          <p:spPr>
            <a:xfrm>
              <a:off x="5651949" y="889805"/>
              <a:ext cx="2193988" cy="2193988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1">
                <a:latin typeface="Helvetica" pitchFamily="2" charset="0"/>
              </a:endParaRPr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F478E2E7-F09F-4DD4-8476-A4D3ACD0D69C}"/>
                </a:ext>
              </a:extLst>
            </p:cNvPr>
            <p:cNvCxnSpPr>
              <a:cxnSpLocks/>
              <a:stCxn id="75" idx="3"/>
            </p:cNvCxnSpPr>
            <p:nvPr/>
          </p:nvCxnSpPr>
          <p:spPr>
            <a:xfrm flipH="1" flipV="1">
              <a:off x="3800102" y="4193230"/>
              <a:ext cx="2187250" cy="1045344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621F66BC-0DCF-4D9F-BA03-06A533306E8E}"/>
                </a:ext>
              </a:extLst>
            </p:cNvPr>
            <p:cNvCxnSpPr>
              <a:cxnSpLocks/>
              <a:stCxn id="76" idx="1"/>
            </p:cNvCxnSpPr>
            <p:nvPr/>
          </p:nvCxnSpPr>
          <p:spPr>
            <a:xfrm flipH="1">
              <a:off x="3800103" y="1211107"/>
              <a:ext cx="2173148" cy="1071015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6BBE5F00-2B61-4F49-AB93-4A8C931D0A37}"/>
                </a:ext>
              </a:extLst>
            </p:cNvPr>
            <p:cNvCxnSpPr>
              <a:cxnSpLocks/>
              <a:stCxn id="75" idx="1"/>
            </p:cNvCxnSpPr>
            <p:nvPr/>
          </p:nvCxnSpPr>
          <p:spPr>
            <a:xfrm flipH="1" flipV="1">
              <a:off x="3800104" y="2486661"/>
              <a:ext cx="2187248" cy="1200530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B19EA952-2889-4E5A-B1BB-4CE079D4F463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 flipH="1">
              <a:off x="3800103" y="2762490"/>
              <a:ext cx="2173148" cy="1228628"/>
            </a:xfrm>
            <a:prstGeom prst="straightConnector1">
              <a:avLst/>
            </a:prstGeom>
            <a:ln w="1905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1DCDE19-3024-4226-A961-CB434C7137ED}"/>
                </a:ext>
              </a:extLst>
            </p:cNvPr>
            <p:cNvSpPr txBox="1"/>
            <p:nvPr/>
          </p:nvSpPr>
          <p:spPr>
            <a:xfrm>
              <a:off x="2235367" y="836226"/>
              <a:ext cx="258304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latin typeface="Helvetica" pitchFamily="2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Unvaccinated population</a:t>
              </a:r>
              <a:endParaRPr lang="zh-CN" altLang="en-US" sz="1600" b="1" dirty="0">
                <a:latin typeface="Helvetica" pitchFamily="2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305D92F-CC92-4602-B1A0-D620837A9016}"/>
                </a:ext>
              </a:extLst>
            </p:cNvPr>
            <p:cNvSpPr txBox="1"/>
            <p:nvPr/>
          </p:nvSpPr>
          <p:spPr>
            <a:xfrm>
              <a:off x="2235367" y="3259723"/>
              <a:ext cx="218724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latin typeface="Helvetica" pitchFamily="2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Vaccinated population</a:t>
              </a:r>
              <a:endParaRPr lang="zh-CN" altLang="en-US" sz="1600" b="1" dirty="0">
                <a:latin typeface="Helvetica" pitchFamily="2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057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椭圆 51">
            <a:extLst>
              <a:ext uri="{FF2B5EF4-FFF2-40B4-BE49-F238E27FC236}">
                <a16:creationId xmlns:a16="http://schemas.microsoft.com/office/drawing/2014/main" id="{074ADDEA-165B-4503-BD63-B4A5314381D5}"/>
              </a:ext>
            </a:extLst>
          </p:cNvPr>
          <p:cNvSpPr/>
          <p:nvPr/>
        </p:nvSpPr>
        <p:spPr>
          <a:xfrm>
            <a:off x="6307186" y="5240152"/>
            <a:ext cx="877148" cy="2193988"/>
          </a:xfrm>
          <a:prstGeom prst="ellipse">
            <a:avLst/>
          </a:prstGeom>
          <a:solidFill>
            <a:srgbClr val="385723">
              <a:alpha val="20000"/>
            </a:srgbClr>
          </a:solidFill>
          <a:ln w="19050">
            <a:solidFill>
              <a:srgbClr val="385723">
                <a:alpha val="2000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F71E3844-1324-441E-AE67-7124820DBB19}"/>
              </a:ext>
            </a:extLst>
          </p:cNvPr>
          <p:cNvSpPr/>
          <p:nvPr/>
        </p:nvSpPr>
        <p:spPr>
          <a:xfrm>
            <a:off x="6307186" y="2678488"/>
            <a:ext cx="877148" cy="2193988"/>
          </a:xfrm>
          <a:prstGeom prst="ellipse">
            <a:avLst/>
          </a:prstGeom>
          <a:solidFill>
            <a:srgbClr val="A9D18E">
              <a:alpha val="20000"/>
            </a:srgbClr>
          </a:solidFill>
          <a:ln w="19050">
            <a:solidFill>
              <a:srgbClr val="A9D18E">
                <a:alpha val="2000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13155EBB-F47A-4A2D-97DB-7CE25E50027C}"/>
              </a:ext>
            </a:extLst>
          </p:cNvPr>
          <p:cNvSpPr/>
          <p:nvPr/>
        </p:nvSpPr>
        <p:spPr>
          <a:xfrm>
            <a:off x="6346018" y="-165272"/>
            <a:ext cx="838316" cy="2193988"/>
          </a:xfrm>
          <a:prstGeom prst="ellipse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1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6A10A3C-12CB-4417-BFE2-3B34FBE74FB9}"/>
              </a:ext>
            </a:extLst>
          </p:cNvPr>
          <p:cNvSpPr/>
          <p:nvPr/>
        </p:nvSpPr>
        <p:spPr>
          <a:xfrm>
            <a:off x="2901494" y="1207612"/>
            <a:ext cx="517712" cy="51771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801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04B37E5-522B-46DA-9FCE-82DE29F9C644}"/>
              </a:ext>
            </a:extLst>
          </p:cNvPr>
          <p:cNvSpPr/>
          <p:nvPr/>
        </p:nvSpPr>
        <p:spPr>
          <a:xfrm>
            <a:off x="4345484" y="1207612"/>
            <a:ext cx="517712" cy="517712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801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A441688-41B6-4B90-9641-A34CCEFCC87D}"/>
              </a:ext>
            </a:extLst>
          </p:cNvPr>
          <p:cNvSpPr/>
          <p:nvPr/>
        </p:nvSpPr>
        <p:spPr>
          <a:xfrm>
            <a:off x="6460592" y="1207612"/>
            <a:ext cx="517712" cy="51771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1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801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E784207-4A4A-45EC-890B-C0B2FEB83C24}"/>
              </a:ext>
            </a:extLst>
          </p:cNvPr>
          <p:cNvSpPr/>
          <p:nvPr/>
        </p:nvSpPr>
        <p:spPr>
          <a:xfrm>
            <a:off x="6511469" y="30321"/>
            <a:ext cx="517712" cy="517712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801" b="1" baseline="-25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C8D1197-D9DF-42DC-93EB-F1AD005E417E}"/>
              </a:ext>
            </a:extLst>
          </p:cNvPr>
          <p:cNvSpPr/>
          <p:nvPr/>
        </p:nvSpPr>
        <p:spPr>
          <a:xfrm>
            <a:off x="8077984" y="30321"/>
            <a:ext cx="517712" cy="517712"/>
          </a:xfrm>
          <a:prstGeom prst="ellipse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sz="1801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219C00F-4F95-4864-8435-0BE7D98B3E35}"/>
              </a:ext>
            </a:extLst>
          </p:cNvPr>
          <p:cNvSpPr/>
          <p:nvPr/>
        </p:nvSpPr>
        <p:spPr>
          <a:xfrm>
            <a:off x="2901494" y="2951830"/>
            <a:ext cx="517712" cy="517712"/>
          </a:xfrm>
          <a:prstGeom prst="ellipse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801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83B5503-EDE2-460A-9407-FD323BDE669D}"/>
              </a:ext>
            </a:extLst>
          </p:cNvPr>
          <p:cNvSpPr/>
          <p:nvPr/>
        </p:nvSpPr>
        <p:spPr>
          <a:xfrm>
            <a:off x="4345484" y="2951830"/>
            <a:ext cx="517712" cy="517712"/>
          </a:xfrm>
          <a:prstGeom prst="ellipse">
            <a:avLst/>
          </a:prstGeom>
          <a:noFill/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801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A50684D-3B21-4FB6-AA1D-FAF6F9AB80AC}"/>
              </a:ext>
            </a:extLst>
          </p:cNvPr>
          <p:cNvSpPr/>
          <p:nvPr/>
        </p:nvSpPr>
        <p:spPr>
          <a:xfrm>
            <a:off x="6468787" y="2951830"/>
            <a:ext cx="517712" cy="517712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1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801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51E13BB-3C76-45C0-9560-AF2A77382B2F}"/>
              </a:ext>
            </a:extLst>
          </p:cNvPr>
          <p:cNvSpPr/>
          <p:nvPr/>
        </p:nvSpPr>
        <p:spPr>
          <a:xfrm>
            <a:off x="6511469" y="4129120"/>
            <a:ext cx="517712" cy="517712"/>
          </a:xfrm>
          <a:prstGeom prst="ellipse">
            <a:avLst/>
          </a:prstGeom>
          <a:noFill/>
          <a:ln w="2857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801" b="1" baseline="-25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238DDB4-C37E-42E4-B83A-F0B7362A9C81}"/>
              </a:ext>
            </a:extLst>
          </p:cNvPr>
          <p:cNvSpPr/>
          <p:nvPr/>
        </p:nvSpPr>
        <p:spPr>
          <a:xfrm>
            <a:off x="8077984" y="4129120"/>
            <a:ext cx="517712" cy="517712"/>
          </a:xfrm>
          <a:prstGeom prst="ellipse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sz="1801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37705FC-7CCA-4BED-AB1C-8BF8387FEC1F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3419206" y="1466467"/>
            <a:ext cx="92627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DE6C614-9654-4595-BD97-2ACC2E4E61C7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3419206" y="3210685"/>
            <a:ext cx="92627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0ACD0C7-A68C-4B3C-B692-10F2EEA7194D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4863196" y="1466468"/>
            <a:ext cx="159739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9CBB174-EBD2-471A-9239-105BE6D7565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4863196" y="3210686"/>
            <a:ext cx="160559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FBA2270-460F-4050-8346-E6C453FE0B1E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flipV="1">
            <a:off x="4604340" y="289177"/>
            <a:ext cx="1907129" cy="91843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16A119B-ADD7-4CF5-B78E-33B335664F5C}"/>
              </a:ext>
            </a:extLst>
          </p:cNvPr>
          <p:cNvCxnSpPr>
            <a:cxnSpLocks/>
            <a:stCxn id="11" idx="4"/>
            <a:endCxn id="14" idx="2"/>
          </p:cNvCxnSpPr>
          <p:nvPr/>
        </p:nvCxnSpPr>
        <p:spPr>
          <a:xfrm>
            <a:off x="4604340" y="3469540"/>
            <a:ext cx="1907129" cy="91843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10748A1-9B99-4D2D-BABB-406F1F2CF5C0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7029181" y="289177"/>
            <a:ext cx="104880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DD0F298-9274-472D-AB36-0CE8AC5A9927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7029181" y="4387975"/>
            <a:ext cx="104880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C9A0987-8519-45D2-A0E7-856CA03813C0}"/>
              </a:ext>
            </a:extLst>
          </p:cNvPr>
          <p:cNvCxnSpPr>
            <a:cxnSpLocks/>
            <a:stCxn id="13" idx="5"/>
            <a:endCxn id="15" idx="0"/>
          </p:cNvCxnSpPr>
          <p:nvPr/>
        </p:nvCxnSpPr>
        <p:spPr>
          <a:xfrm>
            <a:off x="6910682" y="3393725"/>
            <a:ext cx="1426158" cy="73539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0582B49-6837-4B46-8340-16378C54593D}"/>
              </a:ext>
            </a:extLst>
          </p:cNvPr>
          <p:cNvCxnSpPr>
            <a:cxnSpLocks/>
            <a:stCxn id="7" idx="7"/>
            <a:endCxn id="9" idx="4"/>
          </p:cNvCxnSpPr>
          <p:nvPr/>
        </p:nvCxnSpPr>
        <p:spPr>
          <a:xfrm flipV="1">
            <a:off x="6902487" y="548033"/>
            <a:ext cx="1434353" cy="7353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478E2E7-F09F-4DD4-8476-A4D3ACD0D69C}"/>
              </a:ext>
            </a:extLst>
          </p:cNvPr>
          <p:cNvCxnSpPr>
            <a:cxnSpLocks/>
            <a:stCxn id="75" idx="2"/>
          </p:cNvCxnSpPr>
          <p:nvPr/>
        </p:nvCxnSpPr>
        <p:spPr>
          <a:xfrm flipH="1" flipV="1">
            <a:off x="3856472" y="3268651"/>
            <a:ext cx="2450714" cy="506831"/>
          </a:xfrm>
          <a:prstGeom prst="straightConnector1">
            <a:avLst/>
          </a:prstGeom>
          <a:ln w="19050">
            <a:solidFill>
              <a:srgbClr val="A9D18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621F66BC-0DCF-4D9F-BA03-06A533306E8E}"/>
              </a:ext>
            </a:extLst>
          </p:cNvPr>
          <p:cNvCxnSpPr>
            <a:cxnSpLocks/>
            <a:stCxn id="76" idx="4"/>
          </p:cNvCxnSpPr>
          <p:nvPr/>
        </p:nvCxnSpPr>
        <p:spPr>
          <a:xfrm flipH="1" flipV="1">
            <a:off x="3816880" y="1575288"/>
            <a:ext cx="2948296" cy="453428"/>
          </a:xfrm>
          <a:prstGeom prst="straightConnector1">
            <a:avLst/>
          </a:prstGeom>
          <a:ln w="19050">
            <a:solidFill>
              <a:srgbClr val="FF0000">
                <a:alpha val="20000"/>
              </a:srgb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BBE5F00-2B61-4F49-AB93-4A8C931D0A37}"/>
              </a:ext>
            </a:extLst>
          </p:cNvPr>
          <p:cNvCxnSpPr>
            <a:cxnSpLocks/>
            <a:stCxn id="75" idx="2"/>
          </p:cNvCxnSpPr>
          <p:nvPr/>
        </p:nvCxnSpPr>
        <p:spPr>
          <a:xfrm flipH="1" flipV="1">
            <a:off x="3861101" y="1587863"/>
            <a:ext cx="2446085" cy="2187619"/>
          </a:xfrm>
          <a:prstGeom prst="straightConnector1">
            <a:avLst/>
          </a:prstGeom>
          <a:ln w="19050">
            <a:solidFill>
              <a:srgbClr val="A9D18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19EA952-2889-4E5A-B1BB-4CE079D4F463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3856474" y="2028716"/>
            <a:ext cx="2908702" cy="1094284"/>
          </a:xfrm>
          <a:prstGeom prst="straightConnector1">
            <a:avLst/>
          </a:prstGeom>
          <a:ln w="19050">
            <a:solidFill>
              <a:srgbClr val="FF0000">
                <a:alpha val="20000"/>
              </a:srgb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1DCDE19-3024-4226-A961-CB434C7137ED}"/>
              </a:ext>
            </a:extLst>
          </p:cNvPr>
          <p:cNvSpPr txBox="1"/>
          <p:nvPr/>
        </p:nvSpPr>
        <p:spPr>
          <a:xfrm>
            <a:off x="1669316" y="55408"/>
            <a:ext cx="2583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Unvaccinated population</a:t>
            </a:r>
            <a:endParaRPr lang="zh-CN" altLang="en-US" sz="16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305D92F-CC92-4602-B1A0-D620837A9016}"/>
              </a:ext>
            </a:extLst>
          </p:cNvPr>
          <p:cNvSpPr txBox="1"/>
          <p:nvPr/>
        </p:nvSpPr>
        <p:spPr>
          <a:xfrm>
            <a:off x="1734432" y="2369918"/>
            <a:ext cx="2611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Fully vaccinated population</a:t>
            </a:r>
            <a:endParaRPr lang="zh-CN" altLang="en-US" sz="16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6A3B8DC-4EE7-479B-A135-E43C3CAD5778}"/>
              </a:ext>
            </a:extLst>
          </p:cNvPr>
          <p:cNvSpPr/>
          <p:nvPr/>
        </p:nvSpPr>
        <p:spPr>
          <a:xfrm>
            <a:off x="2901494" y="5513495"/>
            <a:ext cx="517712" cy="517712"/>
          </a:xfrm>
          <a:prstGeom prst="ellipse">
            <a:avLst/>
          </a:prstGeom>
          <a:noFill/>
          <a:ln w="28575">
            <a:solidFill>
              <a:srgbClr val="00B05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801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5FC54D9D-1D4C-4E7A-90D6-2D50AC4503DD}"/>
              </a:ext>
            </a:extLst>
          </p:cNvPr>
          <p:cNvSpPr/>
          <p:nvPr/>
        </p:nvSpPr>
        <p:spPr>
          <a:xfrm>
            <a:off x="4345484" y="5513495"/>
            <a:ext cx="517712" cy="517712"/>
          </a:xfrm>
          <a:prstGeom prst="ellipse">
            <a:avLst/>
          </a:prstGeom>
          <a:noFill/>
          <a:ln w="28575">
            <a:solidFill>
              <a:srgbClr val="FFC00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801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A0AEF74-A3D8-4EDD-9191-A78D8BEDA18F}"/>
              </a:ext>
            </a:extLst>
          </p:cNvPr>
          <p:cNvSpPr/>
          <p:nvPr/>
        </p:nvSpPr>
        <p:spPr>
          <a:xfrm>
            <a:off x="6458146" y="5513495"/>
            <a:ext cx="517712" cy="517712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1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801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FC2478B8-FA1B-4298-8362-C52BAE12B1C8}"/>
              </a:ext>
            </a:extLst>
          </p:cNvPr>
          <p:cNvSpPr/>
          <p:nvPr/>
        </p:nvSpPr>
        <p:spPr>
          <a:xfrm>
            <a:off x="6511469" y="6690785"/>
            <a:ext cx="517712" cy="517712"/>
          </a:xfrm>
          <a:prstGeom prst="ellipse">
            <a:avLst/>
          </a:prstGeom>
          <a:noFill/>
          <a:ln w="28575">
            <a:solidFill>
              <a:srgbClr val="00B0F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801" b="1" baseline="-25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1342BFDC-8F1B-43B9-81B6-E2A6202ADCE5}"/>
              </a:ext>
            </a:extLst>
          </p:cNvPr>
          <p:cNvSpPr/>
          <p:nvPr/>
        </p:nvSpPr>
        <p:spPr>
          <a:xfrm>
            <a:off x="8077984" y="6690785"/>
            <a:ext cx="517712" cy="517712"/>
          </a:xfrm>
          <a:prstGeom prst="ellipse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sz="1801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1ED628D-15CF-40EB-A2AE-ECB95F1E46BA}"/>
              </a:ext>
            </a:extLst>
          </p:cNvPr>
          <p:cNvCxnSpPr>
            <a:cxnSpLocks/>
            <a:stCxn id="35" idx="6"/>
            <a:endCxn id="36" idx="2"/>
          </p:cNvCxnSpPr>
          <p:nvPr/>
        </p:nvCxnSpPr>
        <p:spPr>
          <a:xfrm>
            <a:off x="3419206" y="5772350"/>
            <a:ext cx="92627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7EB5336-3336-4284-93E2-DA586827648E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>
            <a:off x="4863196" y="5772351"/>
            <a:ext cx="15949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3BD27A4-47FB-46E5-9C2C-3BFB1CF75632}"/>
              </a:ext>
            </a:extLst>
          </p:cNvPr>
          <p:cNvCxnSpPr>
            <a:cxnSpLocks/>
            <a:stCxn id="36" idx="4"/>
            <a:endCxn id="41" idx="2"/>
          </p:cNvCxnSpPr>
          <p:nvPr/>
        </p:nvCxnSpPr>
        <p:spPr>
          <a:xfrm>
            <a:off x="4604340" y="6031205"/>
            <a:ext cx="1907129" cy="91843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47BAA51-04C6-4032-AD82-C06DA7B4D46F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7029181" y="6949640"/>
            <a:ext cx="104880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C797701-4832-4152-84A1-B5A36345609E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6900041" y="5955390"/>
            <a:ext cx="1436799" cy="73539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3BB2CF1-4A48-442C-B4D7-C6D02E150820}"/>
              </a:ext>
            </a:extLst>
          </p:cNvPr>
          <p:cNvCxnSpPr>
            <a:cxnSpLocks/>
            <a:stCxn id="52" idx="0"/>
          </p:cNvCxnSpPr>
          <p:nvPr/>
        </p:nvCxnSpPr>
        <p:spPr>
          <a:xfrm flipH="1">
            <a:off x="3791930" y="5240152"/>
            <a:ext cx="2953830" cy="437189"/>
          </a:xfrm>
          <a:prstGeom prst="straightConnector1">
            <a:avLst/>
          </a:prstGeom>
          <a:ln w="19050">
            <a:solidFill>
              <a:srgbClr val="38572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9E6AB423-F11C-4790-85BF-08A2A80C190D}"/>
              </a:ext>
            </a:extLst>
          </p:cNvPr>
          <p:cNvSpPr txBox="1"/>
          <p:nvPr/>
        </p:nvSpPr>
        <p:spPr>
          <a:xfrm>
            <a:off x="1734432" y="4931583"/>
            <a:ext cx="28699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Booster vaccinated population</a:t>
            </a:r>
            <a:endParaRPr lang="zh-CN" altLang="en-US" sz="1600" b="1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7E975207-AF95-4BEA-8A02-E70BBA90FC75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3856474" y="3255128"/>
            <a:ext cx="2889286" cy="1985024"/>
          </a:xfrm>
          <a:prstGeom prst="straightConnector1">
            <a:avLst/>
          </a:prstGeom>
          <a:ln w="19050">
            <a:solidFill>
              <a:srgbClr val="385723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03DEE8DB-D213-4843-B7E7-5FDC5E409AC6}"/>
              </a:ext>
            </a:extLst>
          </p:cNvPr>
          <p:cNvCxnSpPr>
            <a:cxnSpLocks/>
            <a:stCxn id="75" idx="2"/>
          </p:cNvCxnSpPr>
          <p:nvPr/>
        </p:nvCxnSpPr>
        <p:spPr>
          <a:xfrm flipH="1">
            <a:off x="3831522" y="3775482"/>
            <a:ext cx="2475664" cy="1918099"/>
          </a:xfrm>
          <a:prstGeom prst="straightConnector1">
            <a:avLst/>
          </a:prstGeom>
          <a:ln w="19050">
            <a:solidFill>
              <a:srgbClr val="A9D18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C77038B2-E643-4773-AB7D-B140AE80A57D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3822270" y="2028716"/>
            <a:ext cx="2942906" cy="3711150"/>
          </a:xfrm>
          <a:prstGeom prst="straightConnector1">
            <a:avLst/>
          </a:prstGeom>
          <a:ln w="19050">
            <a:solidFill>
              <a:srgbClr val="FF0000">
                <a:alpha val="20000"/>
              </a:srgb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04C0AF3-13F9-4E11-8BF3-7110DE0989AB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3816880" y="1550790"/>
            <a:ext cx="2928880" cy="3689362"/>
          </a:xfrm>
          <a:prstGeom prst="straightConnector1">
            <a:avLst/>
          </a:prstGeom>
          <a:ln w="19050">
            <a:solidFill>
              <a:srgbClr val="385723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3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DA58EFF-382C-4809-A1AF-27D391243C16}"/>
              </a:ext>
            </a:extLst>
          </p:cNvPr>
          <p:cNvSpPr/>
          <p:nvPr/>
        </p:nvSpPr>
        <p:spPr>
          <a:xfrm>
            <a:off x="6211666" y="365722"/>
            <a:ext cx="517712" cy="51771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801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D0962FD-7489-4D9C-B304-4C5FC7052DE4}"/>
              </a:ext>
            </a:extLst>
          </p:cNvPr>
          <p:cNvSpPr/>
          <p:nvPr/>
        </p:nvSpPr>
        <p:spPr>
          <a:xfrm>
            <a:off x="7655656" y="1543013"/>
            <a:ext cx="517712" cy="517712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801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88B673B-4E45-47BC-BC4C-0EA22519E303}"/>
              </a:ext>
            </a:extLst>
          </p:cNvPr>
          <p:cNvSpPr/>
          <p:nvPr/>
        </p:nvSpPr>
        <p:spPr>
          <a:xfrm>
            <a:off x="9099646" y="1543013"/>
            <a:ext cx="517712" cy="5177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1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1801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5968EDC-407C-4582-9E58-0CCE93C03D7B}"/>
              </a:ext>
            </a:extLst>
          </p:cNvPr>
          <p:cNvSpPr/>
          <p:nvPr/>
        </p:nvSpPr>
        <p:spPr>
          <a:xfrm>
            <a:off x="10543636" y="1543013"/>
            <a:ext cx="517712" cy="51771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1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801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9D25AF4-4D17-420E-B017-6A049227CA88}"/>
              </a:ext>
            </a:extLst>
          </p:cNvPr>
          <p:cNvSpPr/>
          <p:nvPr/>
        </p:nvSpPr>
        <p:spPr>
          <a:xfrm>
            <a:off x="9821641" y="365722"/>
            <a:ext cx="517712" cy="517712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1" b="1" baseline="-25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801" b="1" baseline="-25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9FB5497-2EFC-469F-8544-566CF499B4FD}"/>
              </a:ext>
            </a:extLst>
          </p:cNvPr>
          <p:cNvSpPr/>
          <p:nvPr/>
        </p:nvSpPr>
        <p:spPr>
          <a:xfrm>
            <a:off x="11388156" y="365722"/>
            <a:ext cx="517712" cy="517712"/>
          </a:xfrm>
          <a:prstGeom prst="ellipse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sz="1801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86372D4-51B7-45FE-9124-5756FACF8643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6653561" y="807617"/>
            <a:ext cx="1077912" cy="8112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15A729C-41F8-475C-881D-B9E12FD50BCB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8173368" y="1801869"/>
            <a:ext cx="92627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ADA5CEA-0164-41DB-9C5A-A1C6D6CD707F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9617358" y="1801868"/>
            <a:ext cx="92627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78ACF88-4EC6-44FB-8DBC-54672B5BDFDE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flipV="1">
            <a:off x="7914512" y="624578"/>
            <a:ext cx="1907129" cy="9184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494F6D8-B3B2-421F-886C-739281F9BF27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10339353" y="624578"/>
            <a:ext cx="104880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7BBDFBC-97E5-42A5-BD24-221AFB7B7C13}"/>
              </a:ext>
            </a:extLst>
          </p:cNvPr>
          <p:cNvCxnSpPr>
            <a:cxnSpLocks/>
            <a:stCxn id="7" idx="7"/>
            <a:endCxn id="9" idx="4"/>
          </p:cNvCxnSpPr>
          <p:nvPr/>
        </p:nvCxnSpPr>
        <p:spPr>
          <a:xfrm flipV="1">
            <a:off x="10985531" y="883435"/>
            <a:ext cx="661481" cy="73539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CBFCF45C-0462-4135-BFCF-2E45DA579029}"/>
              </a:ext>
            </a:extLst>
          </p:cNvPr>
          <p:cNvSpPr/>
          <p:nvPr/>
        </p:nvSpPr>
        <p:spPr>
          <a:xfrm>
            <a:off x="6211666" y="2727923"/>
            <a:ext cx="517712" cy="51771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1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801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24E6B39-3F60-4FA1-8CD4-E6DE38755D3D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53561" y="1984908"/>
            <a:ext cx="1077912" cy="81883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89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46</Words>
  <Application>Microsoft Office PowerPoint</Application>
  <PresentationFormat>宽屏</PresentationFormat>
  <Paragraphs>39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Helvetica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 mi</dc:creator>
  <cp:lastModifiedBy>LKG-laptop</cp:lastModifiedBy>
  <cp:revision>1</cp:revision>
  <dcterms:created xsi:type="dcterms:W3CDTF">2022-02-09T06:14:00Z</dcterms:created>
  <dcterms:modified xsi:type="dcterms:W3CDTF">2022-03-05T03:33:52Z</dcterms:modified>
</cp:coreProperties>
</file>